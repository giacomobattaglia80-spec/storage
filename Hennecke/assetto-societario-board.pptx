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ssetto-societario-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" y="-250371"/>
            <a:ext cx="11887200" cy="73587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