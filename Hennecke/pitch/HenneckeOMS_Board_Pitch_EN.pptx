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50.4</c:v>
                </c:pt>
                <c:pt idx="1">
                  <c:v>52.0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44.2</c:v>
                </c:pt>
                <c:pt idx="1">
                  <c:v>40.7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3810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vs 2024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